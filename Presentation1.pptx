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85BD-3846-350B-E577-95134F110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DD9B3-91EA-C7AC-812F-FBCEEEE6D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F9EBF-C832-E9B2-2121-782C5B4A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05BD-A354-770D-1B1C-0BA574AA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46586-3220-8E85-C752-1F0B6C6A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34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90E1-8D3D-7C75-67BF-F03C0F72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1F90-B28C-8416-0AF0-26425191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4642-B5BF-222E-FB35-9FB35ADF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9D9F4-3874-69F2-AC25-00FD864D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2151E-BFF6-EF8A-DCBA-DA1B30F5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28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9226-E913-7BA8-8CCB-C743273F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FF0C2-FAB8-FE3D-2AA8-1A2E4487D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AD6B1-056D-2E4B-66A7-36A956E4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88A17-C2D0-EC51-0CDB-18A49678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738B-8A24-D660-ADAE-1A40A71E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1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433E-2BCB-6DB3-752C-729DBA2B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F322-3F1D-3E0E-52EF-5F401A04C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67770-BC6E-ECF1-A8BC-E5DC445CE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A40FC-C288-D164-6887-5ADDE0A1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18117-7593-4FDA-60F2-DCFD92B4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B0B53-F7D3-CC08-5C47-A402D705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09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7B05-9004-364D-1CFD-59DE0F5E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51545-DE24-94C5-E86F-14EB4BE97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C644C-61E9-F7C5-53D4-67A7337F6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25529-7E88-0A87-F4D0-B87ACEAE0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4F839-3D52-1011-82C8-EE58CDF4F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14E48-79E7-9878-B89B-ED9A720E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09E48-9561-B1ED-7E1A-A0973EDC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11A86-2BEB-B631-33B7-692E3739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FCCD-91DC-210C-B12F-A250F423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8492B-E128-4E71-4F9F-0395E093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EC71A-FEAD-8BED-F4D8-1131CFA2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051B6-935E-CC64-A760-7B0DABAA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89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E5D08-E0E8-68CB-46C3-B8808FD2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632C2-5EDE-B098-66DD-2970D93B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046C6-D2A2-1598-6EEF-9A1D1CE1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3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42CF-DD38-673B-94A0-E25EE3456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9475-DEE9-5C76-55AB-4090B5C63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5797A-9533-A13A-961B-81EE00029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5B350-9A6A-28C8-9225-40BF0CA2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775B5-3993-3EC4-7291-5CC19C67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6B99A-CEB3-1611-8586-18AAD9B6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61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DE50-EB0A-0C0B-8FAF-E60C7510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3BEDE-2A28-8303-74E8-AF1404A94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56AD-A4F6-9C6E-2B78-CF5C32830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7FD62-4C56-8110-EC94-F5D31FA1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260DA-535B-86B4-292E-6A6A40AF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BA3A9-2D8F-5120-5F60-4649AB99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00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2609-9D14-FC34-AB31-C1613B7D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D779E-90D1-D80E-D705-E9EED4CB7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79873-F61B-348B-A1FB-E82D5FE1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EC9F3-912E-2FF1-C2B7-E2C5A613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8E403-7757-076E-9BE7-0FBB9FBD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9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8FF89-3FC4-1810-4521-2CF948B2C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C7D82-F9B5-AAF5-2476-20704E532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8CD7C-76A8-8AC9-56F8-98EFA6EE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71B66-ED0D-1F2B-221E-D3D6E271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F4633-97B6-E1F8-DA70-875F36CC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580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7942E-53B5-53C9-D8A0-19BABBCC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A0CD3-489D-4AD3-24F5-7BD22CDF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A33E0-91B8-A4E9-E683-890AF2F3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1BAB3-824A-43FF-86C7-C9A95A66307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92C39-7F12-AFE4-9892-75934A9A1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BDADE-5ADC-ACE1-8BEC-5AB8A51FE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8EFF1-972A-4A35-B84B-E36B0B19B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78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26C522-F8E8-1AD0-4493-E3D8FF0BA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6" y="999786"/>
            <a:ext cx="10726647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C1332F-56ED-DC52-28B4-48C661917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90021"/>
            <a:ext cx="10202699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3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CA29DC-7C26-CDC0-7FEC-E29791B7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2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25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LUV0XYY_ 6</dc:creator>
  <cp:lastModifiedBy>LUV0XYY_ 6</cp:lastModifiedBy>
  <cp:revision>1</cp:revision>
  <dcterms:created xsi:type="dcterms:W3CDTF">2025-12-11T14:05:34Z</dcterms:created>
  <dcterms:modified xsi:type="dcterms:W3CDTF">2025-12-11T14:10:53Z</dcterms:modified>
</cp:coreProperties>
</file>